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5D366">
              <a:alpha val="15000"/>
            </a:srgbClr>
          </a:solidFill>
          <a:ln w="12700">
            <a:solidFill>
              <a:srgbClr val="25D36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914400" cy="9144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508760" y="530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KITPAK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868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4A3B8"/>
                </a:solidFill>
              </a:rPr>
              <a:t>SARAVANA TRADING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5D366"/>
                </a:solidFill>
              </a:rPr>
              <a:t>WhatsApp Automation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Innovation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</a:rPr>
              <a:t>Roadmap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40+ ideas to grow KITPAK — inspired by the best automation platforms worldwide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1828800" cy="5943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4348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D366"/>
                </a:solidFill>
              </a:rPr>
              <a:t>40+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44348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Ideas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4434840"/>
            <a:ext cx="1828800" cy="5943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44348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D366"/>
                </a:solidFill>
              </a:rPr>
              <a:t>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44348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4434840"/>
            <a:ext cx="1828800" cy="5943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44348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D366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577840" y="44348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Phases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4434840"/>
            <a:ext cx="1828800" cy="5943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44348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D366"/>
                </a:solidFill>
              </a:rPr>
              <a:t>∞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80960" y="44348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Growth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D366"/>
                </a:solidFill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This Roadmap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25D36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25880"/>
            <a:ext cx="54864" cy="150876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Sales &amp;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Upsell, bundles, predictive reorder, tiered pricing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5176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38BDF8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325880"/>
            <a:ext cx="54864" cy="1508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Experience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Size recommender, sentiment detection, delivery prediction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5176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F472B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325880"/>
            <a:ext cx="54864" cy="1508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📣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7220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1945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Festive campaigns, referrals, Google reviews, win-back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65176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FB923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017520"/>
            <a:ext cx="54864" cy="15087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886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Inventory, payment reminders, PO acceptance, Tally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65176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A78BF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017520"/>
            <a:ext cx="54864" cy="15087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3756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Analytics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886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Sales dashboard, CLV scoring, churn prediction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0" y="3017520"/>
            <a:ext cx="2651760" cy="1508760"/>
          </a:xfrm>
          <a:prstGeom prst="rect">
            <a:avLst/>
          </a:prstGeom>
          <a:solidFill>
            <a:srgbClr val="1E2A3A"/>
          </a:solidFill>
          <a:ln w="12700">
            <a:solidFill>
              <a:srgbClr val="34D399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3017520"/>
            <a:ext cx="54864" cy="1508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154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17220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WhatsApp Features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8862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Catalogue, Flows, labels, canned responses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010"/>
          </a:solidFill>
          <a:ln w="12700">
            <a:solidFill>
              <a:srgbClr val="0A20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5D366"/>
                </a:solidFill>
              </a:rPr>
              <a:t>SALES &amp; REVENUE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7 ideas to increase orders and revenue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33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234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5D366"/>
                </a:solidFill>
              </a:rPr>
              <a:t>HIGH IMPACT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 Upsell &amp; Cross-sell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8928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Customer buys courier covers → bot suggests thermal labels + honeycomb sleeves. Increases order value by 20–40%.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33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1234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5D366"/>
                </a:solidFill>
              </a:rPr>
              <a:t>REVENUE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10128" y="14630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Bundle Pricing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8928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Combo packs: '100 courier covers + 100 shipping labels = ₹599'. Bot auto-suggests bundles.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33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36208" y="1234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5D366"/>
                </a:solidFill>
              </a:rPr>
              <a:t>AI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36208" y="146304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Predictive Reorder Reminder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36208" y="189280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Customer ordered 500 covers in June → bot auto-reminds in August before they run out.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33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" y="3017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5D366"/>
                </a:solidFill>
              </a:rPr>
              <a:t>HIGH IMPACT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84048" y="324612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Quick Reorder (Repeat Customers)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367588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'Last time you ordered White 10x12 × 500. Same order again?' One tap reorder.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33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10128" y="3017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5D366"/>
                </a:solidFill>
              </a:rPr>
              <a:t>ENGAGEMENT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10128" y="324612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Stock Alert Subscription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10128" y="367588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Out of stock? Customer subscribes → auto-alert when restocked. Never lose a sale.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33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36208" y="3017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5D366"/>
                </a:solidFill>
              </a:rPr>
              <a:t>B2B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36208" y="324612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Tiered Customer Pricing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3675888"/>
            <a:ext cx="25237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Bronze / Silver / Gold tiers with different prices. Loyal customers feel valued.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91420"/>
          </a:solidFill>
          <a:ln w="12700">
            <a:solidFill>
              <a:srgbClr val="0914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</a:rPr>
              <a:t>CUSTOMER EXPERIENCE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7 ideas to delight every customer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5720" cy="1645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 Size Recommender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Customer says 'I sell sarees' → bot recommends exact right cover size. No guessing.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45720" cy="1645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WhatsApp Product Catalogue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Interactive product catalogue inside WhatsApp. Tap → see image, price, sizes → add to cart.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43000"/>
            <a:ext cx="45720" cy="1645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Sentiment Detection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91072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Bot detects frustrated customers → escalates to human team before situation worsens.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45720" cy="1645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Delivery Date Prediction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'Your order reaches Chennai in 1–2 days via ST Courier.' Builds trust instantly.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26080"/>
            <a:ext cx="45720" cy="1645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Post-Delivery Feedback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64992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After delivery → auto CSAT survey. Alerts team if rating below 3 stars.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0A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926080"/>
            <a:ext cx="45720" cy="1645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Packaging Tips &amp; Guide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91072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Bot shares tips: 'Use honeycomb sleeve for fragile items.' Positions KITPAK as expert.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A14"/>
          </a:solidFill>
          <a:ln w="12700">
            <a:solidFill>
              <a:srgbClr val="1A0A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📣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72B6"/>
                </a:solidFill>
              </a:rPr>
              <a:t>MARKETING &amp; ENGAGEMENT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7 ideas to attract and retain customers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0A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5720" cy="16459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Festive Broadcast Campaigns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Diwali / Meesho Big Sale / GST season → blast targeted offers to all past customers.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0A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45720" cy="16459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Click-to-WhatsApp Ads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FB/Instagram ads open KITPAK WhatsApp directly. Bot greets instantly. Best lead conversion.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0A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43000"/>
            <a:ext cx="45720" cy="16459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QR Code on Packaging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91072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Print QR on invoices → customer scans → opens WhatsApp → auto reorder message. Zero effort.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0A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45720" cy="16459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Google Review Auto-Request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After delivery → 'Happy? Leave a Google review → [link]'. Builds reputation automatically.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0A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26080"/>
            <a:ext cx="45720" cy="16459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Referral Program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64992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'Refer a friend, get ₹100 off!' Bot tracks referrals via unique codes, applies discounts.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0A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926080"/>
            <a:ext cx="45720" cy="16459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Win-Back Campaign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91072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 order in 60 days → auto 5% off offer. Reactivates dormant customers.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0E00"/>
          </a:solidFill>
          <a:ln w="12700">
            <a:solidFill>
              <a:srgbClr val="1A0E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</a:rPr>
              <a:t>OPERATIONS &amp; AUTOMATION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8 ideas to run the business smoother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1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5720" cy="1645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 Inventory Management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Bot checks stock before confirming. Low stock → alert owner. Out of stock → suggest alternatives.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1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45720" cy="1645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Outstanding Payment Reminder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Auto-reminder Day 1, 3, 7 for unpaid invoices. Polite but firm. Improves cashflow.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1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43000"/>
            <a:ext cx="45720" cy="1645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Purchase Order Acceptance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91072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Large clients send PO on WhatsApp → bot confirms line items, generates PI against it.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1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45720" cy="1645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Monthly Statement Auto-Send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 1st of every month → each regular customer gets their complete order statement.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1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26080"/>
            <a:ext cx="45720" cy="1645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Multi-Agent Shared Inbox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64992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You + wife + staff see all chats in one dashboard. Assign, tag, track. No message missed.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2A1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926080"/>
            <a:ext cx="45720" cy="1645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SLA Management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91072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 human reply in 2 hours → escalation alert. Tracks response times. Quality assured.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0A1E"/>
          </a:solidFill>
          <a:ln w="12700">
            <a:solidFill>
              <a:srgbClr val="110A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ANALYTICS &amp; INTELLIGENCE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6 ideas for data-driven decisions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0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45720" cy="1645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Sales Dashboard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8912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Real-time: revenue today/week/month, top products, top customers, conversion rate. View from phone.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0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45720" cy="1645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 Lifetime Value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Track total revenue per customer. High CLV customers get priority treatment and special discounts.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14300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0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43000"/>
            <a:ext cx="45720" cy="1645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1280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Conversion Funnel Tracking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91072" y="1737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Enquiry → Quote → PI → Payment. See where customers drop off. Fix leaks systematically.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0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26080"/>
            <a:ext cx="45720" cy="1645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Performance Report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Which product sells most? Which size? Which city? Weekly auto-report to your WhatsApp.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0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26080"/>
            <a:ext cx="45720" cy="1645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Churn Prediction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64992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AI detects customers showing signs of leaving → alerts team to reach out proactively.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743200" cy="1645920"/>
          </a:xfrm>
          <a:prstGeom prst="rect">
            <a:avLst/>
          </a:prstGeom>
          <a:solidFill>
            <a:srgbClr val="1E2A3A"/>
          </a:solidFill>
          <a:ln w="12700">
            <a:solidFill>
              <a:srgbClr val="1A0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2926080"/>
            <a:ext cx="45720" cy="1645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30632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Demand Forecasting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91072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Predict which products will be in demand next month. Stock up before festive seasons.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BBF24"/>
                </a:solidFill>
              </a:rPr>
              <a:t>PRIORITY MATRIX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to Build &amp; When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11680" cy="3749040"/>
          </a:xfrm>
          <a:prstGeom prst="rect">
            <a:avLst/>
          </a:prstGeom>
          <a:solidFill>
            <a:srgbClr val="1E0E00"/>
          </a:solidFill>
          <a:ln w="12700">
            <a:solidFill>
              <a:srgbClr val="FB923C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2011680" cy="411480"/>
          </a:xfrm>
          <a:prstGeom prst="rect">
            <a:avLst/>
          </a:prstGeom>
          <a:solidFill>
            <a:srgbClr val="FB923C">
              <a:alpha val="8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923C"/>
                </a:solidFill>
              </a:rPr>
              <a:t>🔥 Do First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" y="1664208"/>
            <a:ext cx="73152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27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Quick Reorder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2240280"/>
            <a:ext cx="73152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0370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Outstanding Payment Reminder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816352"/>
            <a:ext cx="73152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797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WhatsApp Catalogue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3392424"/>
            <a:ext cx="73152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355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Post-Delivery Feedback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3968496"/>
            <a:ext cx="73152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31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Google Review Request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50592" y="1143000"/>
            <a:ext cx="2011680" cy="3749040"/>
          </a:xfrm>
          <a:prstGeom prst="rect">
            <a:avLst/>
          </a:prstGeom>
          <a:solidFill>
            <a:srgbClr val="0A1A0A"/>
          </a:solidFill>
          <a:ln w="12700">
            <a:solidFill>
              <a:srgbClr val="25D366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50592" y="1143000"/>
            <a:ext cx="2011680" cy="411480"/>
          </a:xfrm>
          <a:prstGeom prst="rect">
            <a:avLst/>
          </a:prstGeom>
          <a:solidFill>
            <a:srgbClr val="25D366">
              <a:alpha val="80000"/>
            </a:srgbClr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1143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D366"/>
                </a:solidFill>
              </a:rPr>
              <a:t>✅ Phase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23744" y="1664208"/>
            <a:ext cx="73152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79192" y="1627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Smart Upsell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23744" y="2240280"/>
            <a:ext cx="73152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9192" y="220370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Festive Broadcasts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23744" y="2816352"/>
            <a:ext cx="73152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79192" y="27797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Sentiment Detection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23744" y="3392424"/>
            <a:ext cx="73152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79192" y="3355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Negotiation Engine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523744" y="3968496"/>
            <a:ext cx="73152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79192" y="3931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Bundle Pricing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23744" y="4544568"/>
            <a:ext cx="73152" cy="73152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9192" y="45079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Delivery Prediction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26864" y="1143000"/>
            <a:ext cx="2011680" cy="3749040"/>
          </a:xfrm>
          <a:prstGeom prst="rect">
            <a:avLst/>
          </a:prstGeom>
          <a:solidFill>
            <a:srgbClr val="0A1220"/>
          </a:solidFill>
          <a:ln w="12700">
            <a:solidFill>
              <a:srgbClr val="38BDF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26864" y="1143000"/>
            <a:ext cx="2011680" cy="411480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1143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📅 Phase 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0016" y="1664208"/>
            <a:ext cx="73152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55464" y="1627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Click-to-WhatsApp Ads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0016" y="2240280"/>
            <a:ext cx="73152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5464" y="220370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Referral Program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0016" y="2816352"/>
            <a:ext cx="73152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5464" y="27797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Win-Back Campaign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0016" y="3392424"/>
            <a:ext cx="73152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55464" y="3355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Tiered Pricing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0016" y="3968496"/>
            <a:ext cx="73152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55464" y="3931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Shiprocket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0016" y="4544568"/>
            <a:ext cx="73152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5464" y="45079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Sales Dashboard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803136" y="1143000"/>
            <a:ext cx="2011680" cy="3749040"/>
          </a:xfrm>
          <a:prstGeom prst="rect">
            <a:avLst/>
          </a:prstGeom>
          <a:solidFill>
            <a:srgbClr val="141414"/>
          </a:solidFill>
          <a:ln w="12700">
            <a:solidFill>
              <a:srgbClr val="94A3B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803136" y="1143000"/>
            <a:ext cx="2011680" cy="411480"/>
          </a:xfrm>
          <a:prstGeom prst="rect">
            <a:avLst/>
          </a:prstGeom>
          <a:solidFill>
            <a:srgbClr val="94A3B8">
              <a:alpha val="8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94576" y="11430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</a:rPr>
              <a:t>⏳ Phase 3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876288" y="1664208"/>
            <a:ext cx="7315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31736" y="16276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Tally Integration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876288" y="2240280"/>
            <a:ext cx="7315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31736" y="220370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Voice Bot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876288" y="2816352"/>
            <a:ext cx="7315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31736" y="27797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Demand Forecasting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876288" y="3392424"/>
            <a:ext cx="7315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1736" y="33558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Competitor Monitoring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876288" y="3968496"/>
            <a:ext cx="7315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31736" y="39319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WhatsApp Payments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2001A"/>
          </a:solidFill>
          <a:ln w="12700">
            <a:solidFill>
              <a:srgbClr val="1200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05840" y="182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PHASE 2 — ADVANCED AI FEATURES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Future capabilities to stay ahead of competition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2A0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5486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97280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170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Voice Bot (Tamil &amp; English)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144475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Customer calls → AI voice bot answers in Tamil or English, takes order, confirms details. 24/7 voice ordering with no agent needed.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901952"/>
            <a:ext cx="841248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2A0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901952"/>
            <a:ext cx="5486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01952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💹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43000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Price Optimisation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24942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AI analyses order patterns and demand signals → suggests optimal pricing monthly. Higher margins without losing customers.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706624"/>
            <a:ext cx="841248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2A0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06624"/>
            <a:ext cx="5486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06624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3000" y="2779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Competitor Price Monitoring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" y="30540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AI monitors competitor prices on Indiamart, TradeIndia, Amazon → alerts when they change price. Stay competitive always.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511296"/>
            <a:ext cx="841248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2A0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511296"/>
            <a:ext cx="5486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11296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4300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Business Type Detection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38587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Based on conversation → AI detects if customer is Meesho seller, Amazon seller, boutique → personalises pitch accordingly.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315968"/>
            <a:ext cx="841248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2A0A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315968"/>
            <a:ext cx="54864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315968"/>
            <a:ext cx="548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🎥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4300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Video Message Responses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46634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For custom printing queries → bot sends short video showing logo printing process. Reduces back-and-forth questions.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>
              <a:alpha val="60000"/>
            </a:srgbClr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5D366"/>
                </a:solidFill>
              </a:rPr>
              <a:t>The Opportunity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KITPAK is already ahead.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Now it's time to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build the machine.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1463040" cy="1188720"/>
          </a:xfrm>
          <a:prstGeom prst="rect">
            <a:avLst/>
          </a:prstGeom>
          <a:solidFill>
            <a:srgbClr val="0A1A0F"/>
          </a:solidFill>
          <a:ln w="12700">
            <a:solidFill>
              <a:srgbClr val="25D36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3429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D366"/>
                </a:solidFill>
              </a:rPr>
              <a:t>40+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Growth Ideas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26080" y="3383280"/>
            <a:ext cx="1463040" cy="1188720"/>
          </a:xfrm>
          <a:prstGeom prst="rect">
            <a:avLst/>
          </a:prstGeom>
          <a:solidFill>
            <a:srgbClr val="0A1A0F"/>
          </a:solidFill>
          <a:ln w="12700">
            <a:solidFill>
              <a:srgbClr val="25D36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0" y="3429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D366"/>
                </a:solidFill>
              </a:rPr>
              <a:t>24/7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2608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Automated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3383280"/>
            <a:ext cx="1463040" cy="1188720"/>
          </a:xfrm>
          <a:prstGeom prst="rect">
            <a:avLst/>
          </a:prstGeom>
          <a:solidFill>
            <a:srgbClr val="0A1A0F"/>
          </a:solidFill>
          <a:ln w="12700">
            <a:solidFill>
              <a:srgbClr val="25D36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429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D366"/>
                </a:solidFill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Build Phases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0" y="3383280"/>
            <a:ext cx="1463040" cy="1188720"/>
          </a:xfrm>
          <a:prstGeom prst="rect">
            <a:avLst/>
          </a:prstGeom>
          <a:solidFill>
            <a:srgbClr val="0A1A0F"/>
          </a:solidFill>
          <a:ln w="12700">
            <a:solidFill>
              <a:srgbClr val="25D36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3429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D366"/>
                </a:solidFill>
              </a:rPr>
              <a:t>∞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83680" y="4023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Potential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KITPAK · SARAVANA TRADING · Tirupur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KITPAK WhatsApp Automation — Innovation Roadmap</dc:title>
  <dc:subject>PptxGenJS Presentation</dc:subject>
  <dc:creator>KITPAK</dc:creator>
  <cp:lastModifiedBy>KITPAK</cp:lastModifiedBy>
  <cp:revision>1</cp:revision>
  <dcterms:created xsi:type="dcterms:W3CDTF">2026-06-07T10:02:23Z</dcterms:created>
  <dcterms:modified xsi:type="dcterms:W3CDTF">2026-06-07T10:02:23Z</dcterms:modified>
</cp:coreProperties>
</file>